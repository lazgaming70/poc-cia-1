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4E09-49E6-C167-2427-317131F57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673F8-AFE2-6B23-45B0-6604B30EE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39FE3-C51E-C257-503C-7C5ABCED7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459F-57EE-496F-8636-018B39E16F7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BE2B5-C05A-9FA6-78E8-F03C0C174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16365-1137-3F0A-AF88-4512FB4C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484D-F988-4589-8B72-77BD6F5F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08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4799-B5CC-0FD3-92C7-D87C60DC7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4339E-7356-AC39-8683-810096767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28F77-453E-270B-998C-30AD24980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459F-57EE-496F-8636-018B39E16F7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9E7B7-C7AD-A9B0-ADDF-56D3A3D3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CFD91-25AF-BD5C-95B5-E0C02F7A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484D-F988-4589-8B72-77BD6F5F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15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66CF-034E-5843-67A8-DF4792E6B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26842-A453-E086-0864-FE4FB00DC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FE51D-931D-01DF-FDD3-294153C6B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459F-57EE-496F-8636-018B39E16F7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46BF4-34BC-2F84-7B84-7E80F068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38ABE-9262-368A-0BDB-0FD9721B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484D-F988-4589-8B72-77BD6F5F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99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2908-6563-4500-D33B-08730C285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6255F-13DD-6209-D658-89338A4E9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95AC2-7304-2F8B-69BC-AAD0E7A70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81777-5874-FEDF-20C0-2CBCA505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459F-57EE-496F-8636-018B39E16F7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F30A5-4F99-FDD2-E5D8-B5D37498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D4BCC-BCC3-B866-C799-D7C84A12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484D-F988-4589-8B72-77BD6F5F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0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EBC8-0BA0-6850-C086-C7BEED31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2F24B-BC6F-571B-B051-593AD61CB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BB0B11-791A-A05D-DAE4-5F43F33D9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C40B6-930D-9182-8537-FDE5BC3AB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67FE2-5DBA-73C0-4C02-D5D4121CA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D02412-F0B5-FA59-8CA8-F84394E5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459F-57EE-496F-8636-018B39E16F7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603DF-D701-4139-204F-7A6B5147B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E867A7-BF6C-876B-2CA1-B0D7D3FE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484D-F988-4589-8B72-77BD6F5F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97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99E4A-D405-7B9D-04E9-B83B07CA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A7629A-017B-DD7A-66EC-573A1207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459F-57EE-496F-8636-018B39E16F7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57001-6F9F-4D0B-6F42-006C6E8F5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3AA08-D413-AC78-2C98-5F2C2FBA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484D-F988-4589-8B72-77BD6F5F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5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71C10F-FA06-07A8-56D3-CCA0F870C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459F-57EE-496F-8636-018B39E16F7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1F289B-F59E-0C3C-3428-26B41A3D4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E4568-B3AB-F02F-00DC-72CA2AE8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484D-F988-4589-8B72-77BD6F5F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98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73014-DE1C-DAC7-663F-ECF4DE14B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DFE4-775F-0AC4-1DF8-30C5136F8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0929B-FB70-4BAB-CDFA-DFE81B5D6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154B5-516E-25F9-4226-0890BB17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459F-57EE-496F-8636-018B39E16F7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F8443-3324-47DD-EEAA-BF34C367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34CB1-DAB6-D5D0-7CEB-8F624DD1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484D-F988-4589-8B72-77BD6F5F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4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74E77-B07C-DE08-F0AA-F677EA130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09602A-5D07-497A-023A-EFB2E9B2E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A3DF5-27B6-A0F4-7BAF-735CDD1C9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3148E-A934-6458-EB74-52C43A1B1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459F-57EE-496F-8636-018B39E16F7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FCB17-73C6-C703-15AF-E46BB5A17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978BA-1522-2788-0DD2-5ED4B07FB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484D-F988-4589-8B72-77BD6F5F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42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5F6C-D92B-2072-AE02-2622E26E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CF261-96B9-399F-CA5C-03756F553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6A28D-19CB-7C0E-9638-F41BB63EB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459F-57EE-496F-8636-018B39E16F7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D74C7-BFBD-2423-8D18-39A8621E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B2904-A20D-D4B7-0039-AEC72100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484D-F988-4589-8B72-77BD6F5F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5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EF9193-9FE9-50AF-1070-818E47CDC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AB08A-4C5D-A708-65A3-58D16BA9B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825F4-0D55-83CF-4F2D-B902468F3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459F-57EE-496F-8636-018B39E16F7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E8B22-79C3-E0B4-1E5E-B24F6F91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47C10-F0F1-97D3-D761-A5CE8C3D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484D-F988-4589-8B72-77BD6F5F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0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E638AD-EC61-C801-60CE-0B74FCF00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37031-DF34-9653-6216-3339CC338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D880-69F1-9F97-C6F6-454FD9A0A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9459F-57EE-496F-8636-018B39E16F7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D1C7F-724A-C6B0-272E-EA5BE1EE0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E035-458D-CA73-8B3A-E68535268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E484D-F988-4589-8B72-77BD6F5F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2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7E85-B7A0-A68E-43FB-E49B133F07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NARROWBAND NOISE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1C351-57A7-9105-E0DB-0E50DA6894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02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381B1-2046-70F2-3226-1ECB0C120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7D917A-A091-818F-C86B-F3599D072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60" y="669701"/>
            <a:ext cx="11153104" cy="32841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289AEB-38A3-AC1A-6495-289CE787F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855" y="4390190"/>
            <a:ext cx="6287377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14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92E8-D264-AEF4-0C94-E12A262F6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715E66-9433-28F3-D9E5-4265723F3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81" y="476518"/>
            <a:ext cx="10515600" cy="570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3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AFC26-85C8-1A64-8474-49C8626D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B9B70E-F177-30A5-8E06-96CB310AA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96" y="365126"/>
            <a:ext cx="9903853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2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76F6-8B34-432B-1A03-4661C2978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6DE7CD-4C43-CF8E-4F07-9A9749FBB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190" y="682580"/>
            <a:ext cx="10406128" cy="549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312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E9D4-034E-9DFC-71CC-1E4506D63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876C66-91D8-8161-50B8-3609D511D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5" y="682580"/>
            <a:ext cx="10251582" cy="581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35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A0BE-44C0-FB45-1BF8-5729E63F2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A2D03A-E504-D121-8927-9A6C85576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28" y="365125"/>
            <a:ext cx="10200067" cy="624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05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8EED-1B05-46CF-6C3B-817AAB9C9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FACF8C-916E-0375-7D5B-1C67ED978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097537-7D3A-8344-0A42-14E202A02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35" y="365125"/>
            <a:ext cx="9465971" cy="603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6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92C39-9C4A-FC8E-9CAB-155B9661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5EB91A-CA91-E727-9E3C-2B153143A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24" y="1068946"/>
            <a:ext cx="9594761" cy="578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62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NARROWBAND NOISE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SKCET</dc:creator>
  <cp:lastModifiedBy>SKCET</cp:lastModifiedBy>
  <cp:revision>1</cp:revision>
  <dcterms:created xsi:type="dcterms:W3CDTF">2026-03-10T03:54:15Z</dcterms:created>
  <dcterms:modified xsi:type="dcterms:W3CDTF">2026-03-10T04:11:52Z</dcterms:modified>
</cp:coreProperties>
</file>