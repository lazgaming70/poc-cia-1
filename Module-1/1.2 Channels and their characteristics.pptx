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Channels and their characteristics</a:t>
            </a:r>
            <a:endParaRPr lang="en-IN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676400"/>
            <a:ext cx="76200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28020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701006"/>
            <a:ext cx="7238999" cy="432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266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447800"/>
            <a:ext cx="6886575" cy="44346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37097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371600"/>
            <a:ext cx="6986587" cy="45870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84109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600200"/>
            <a:ext cx="7848600" cy="4177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967673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76400"/>
            <a:ext cx="6934200" cy="436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878873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724819"/>
            <a:ext cx="7391400" cy="427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545701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524000"/>
            <a:ext cx="7543800" cy="4453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858509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524000"/>
            <a:ext cx="7467600" cy="4648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978955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676400"/>
            <a:ext cx="76200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74902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676400"/>
            <a:ext cx="80772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62713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447800"/>
            <a:ext cx="7772400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479883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</Words>
  <Application>Microsoft Office PowerPoint</Application>
  <PresentationFormat>On-screen Show (4:3)</PresentationFormat>
  <Paragraphs>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Channels and their characteristics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1.2 Channels and their characteristics-Modulation</dc:title>
  <dc:creator>Admin</dc:creator>
  <cp:lastModifiedBy>SKCET</cp:lastModifiedBy>
  <cp:revision>4</cp:revision>
  <dcterms:created xsi:type="dcterms:W3CDTF">2006-08-16T00:00:00Z</dcterms:created>
  <dcterms:modified xsi:type="dcterms:W3CDTF">2026-02-07T05:11:23Z</dcterms:modified>
</cp:coreProperties>
</file>